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FINAL YEAR PROJECT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 Multi-Modal Deep Learning Framework for Vehicle Theft Detection Using Object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Student Name: Alabi Joshua Ibukunoluwa (Matric: 220903035)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Supervisor: Dr. O. A. Jongbo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Department of Computer Science | Faculty of Science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Institution: Ekiti State University, Ado-Ekiti, Nigeria (September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OVERVIEW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Background of the Study &amp; Problem Statement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Research Aim, Specific Objectives &amp; Key Questions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Literature Review, Related Works &amp; Identified Gaps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Proposed Multi-Modal System Architecture &amp; Algorithms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System Implementation (FastAPI, React, YOLOv8, OCR, SFace)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Experimental Results, Latency Benchmarks &amp; Discussion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Academic Contributions, Honest Limitations &amp; Future Work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Conclusion &amp; Oral Defense Question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PROBLEM CONTEXT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Background of the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Severe Theft Incidence: Over 1.58 million vehicle theft cases reported in Nigeria (2023–2024).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Critical Recovery Deficit: NPF recovered only 1,519 vehicles in 2024—a recovery rate of just 0.09%.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Failure of Conventional Systems: Steering locks, GPS trackers, and alarms operate reactively post-theft.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Proactive Vision Solution: Multi-modal AI combines YOLOv8 object detection, OCR, and face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PROBLEM DEFINITION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Statement of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Inadequacy of Reactive Systems: Tracking gear does not stop theft or identify perpetrators in real time.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Human Surveillance Fatigue: Operators miss up to 90% of CCTV security events after 20 minutes.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Lack of Real-Time Owner Verification: Cameras fail to cross-reference drivers against owner biometrics.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High False Positive Rates: Basic motion sensors lack contextual intelligence, causing nuisance alarms.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RESEARCH GOALS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Aim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Primary Aim: To design, implement, and evaluate an automated multi-modal vehicle theft detection system.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Objective 1: Design an integrated architecture combining vehicle, plate, face, and database modules.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Objective </a:t>
            </a:r>
            <a:r>
              <a:rPr lang="en-US"/>
              <a:t>2</a:t>
            </a:r>
            <a:r>
              <a:t>: Train and optimize a dedicated YOLOv8 plate detector and integrate pretrained vision models.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Objective </a:t>
            </a:r>
            <a:r>
              <a:rPr lang="en-US"/>
              <a:t>3</a:t>
            </a:r>
            <a:r>
              <a:t>: Evaluate pipeline performance using Precision, Recall, F1-score, mAP, and CPU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LITERATURE REVIEW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Existing Approaches &amp; Identified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Hashmi et al. (2019): ANPR plate matching; failed in low light and lacked face recognition.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Okonkwo et al. (2021): IoT + GPS alerts; purely reactive tracking without visual evidence.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Bello et al. (2022): YOLOv5 parking security; limited to vehicle counting without owner verification.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Adeyemi &amp; Afolabi (2023): GPS + CCTV alerts; lacked deep learning face recognition for intruders.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Research Gap Addressed: Unifying YOLOv8 plate detection, EasyOCR, YuNet/SFace, and rule-based risk scoring.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SYSTEM OVERVIEW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Proposed System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Multi-Modal Pipeline: Ingests still images or streams, processing spatial, textual, and biometric data.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Visual Perception Stage: YOLOv8n identifies vehicles, license plates, and nearby human occupants.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Text &amp; Biometric Extraction: EasyOCR extracts plate numbers; YuNet + SFace computes face embeddings.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Centralized Threat Engine: Evaluates combined evidence against configurable security rules (0–100 score).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Automated Owner Alerting: Dispatches instant Twilio SMS and SMTP email alerts with photographic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SYSTEM DESIGN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Data Sources: Image uploads (.jpg/.png), video files, and live camera RTSP streams.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FastAPI Backend: Threaded pipeline handling object association, OCR normalization, and vector matching.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Persistence Layer: SQLite database via SQLAlchemy storing vehicle records, face galleries, and audit logs.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User Dashboard: React + Vite + Tailwind interface for live monitoring, registration, and alert reviews.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METHODOLOGY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System Workflow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Step 1: Receive input image/frame and detect vehicles, license plates, and persons using YOLOv8n.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Step 2: Associate detected persons and license plate bounding boxes with the nearest vehicle region.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Step 3: Crop plate image -&gt; Apply CLAHE/grayscale preprocessing -&gt; Execute EasyOCR -&gt; Normalize text.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Step 4: Extract 128D SFace embedding from detected faces and calculate Cosine Similarity against owner gallery.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Step 5: Run TheftEngine rules -&gt; Calculate Threat Score (0–100) -&gt; If score &gt;= 60, trigger SMS/Email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EXPERIMENTAL SETUP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Dataset &amp; Model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Roboflow LPD License Plate Dataset: 1,000 total images (700 Train, 200 Validation, 100 Isolated Test).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Pretrained Vision Models: COCO-pretrained YOLOv8n for vehicles/persons; YuNet &amp; SFace for biometrics.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Training Parameters: Fine-tuned plate detector for 20 epochs, batch size = 4, image size = 416x416 on CPU.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Data Augmentation: HSV color shift, scaling, translation, shear, perspective transform, and mosaic.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EXPERIMENTAL RESULTS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License Plate Detector Training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Total Training Duration: 6,541.6 seconds (~1 hour, 49 minutes on CPU).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Learning Rate Schedule: Warm-up over first 3 epochs (0.00066 -&gt; 0.0018), decaying to 0.00012 by epoch 20.</a:t>
            </a:r>
            <a:r>
              <a:rPr lang="en-US"/>
              <a:t> Thats 138.46% 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Optimization Objective: Combined bounding-box regression loss, classification loss, and distribution focal loss.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Checkpoint Selection: Validation performance evaluated every epoch; best weights restored for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SOFTWARE ARCHITECTURE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System Implementation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Backend Framework: FastAPI (Python 3.12) providing REST endpoints and MJPEG video streaming.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Computer Vision Libraries: OpenCV, PyTorch, Ultralytics YOLOv8, and EasyOCR.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Database Layer: SQLite with SQLAlchemy ORM handling relational mapping for vehicles and logs.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Frontend Application: React 18 dashboard built with Vite and Tailwind CSS.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Notification Services: Twilio API for SMS delivery and SMTP integration for rich HTML email alerts.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QUANTITATIVE EVALUATION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Held-Out Test Results (Plate Detector)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Precision: 99.68% (0.9968) - Almost zero false-positive license plate detections.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Recall: 100.00% (1.0000) - Perfect detection rate; no annotated test plates were missed.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F1-Score: 99.84% (0.9984) - Exceptional balance between precision and recall.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mAP@0.5: 99.50% (0.9950) - Highly reliable plate localization at 50% IoU threshold.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mAP@0.5:0.95: 81.87% (0.8187) - Reflects stricter bounding-box alignment requirements.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LATENCY ANALYSIS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Runtime Performance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Hardware Environment: Tested over 50 execution runs on standard CPU hardware.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Mean Inference Latency: 199.43 ms per frame.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Median Latency: 188.35 ms | 95th Percentile Latency: 281.55 ms.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Throughput Benchmark: 5.01 Frames Per Second (FPS).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Deployment Suitability: Fully adequate for still-image verification and sampled frame monitoring.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DECISION ENGINE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Explainable Threat Scoring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Recognized Registered Owner: -50 Points (Suppression rule).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Unregistered License Plate: +35 Points | Unknown Person Near Vehicle: +40 Points.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Recognized Person is NOT Owner: +45 Points | Unreadable License Plate: +10 Points.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Crowd Presence (&gt;= 3 Persons): +10 Points | Nighttime Suspicious Activity: +5 Points.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Reported Stolen Flag: Overrides Threat Score directly to 100 (Critical Alert Threshold &gt;= 60).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ANALYTICAL DISCUSSION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Discussion of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High Recall Importance: Achieving 100% recall prevents pipeline failure in downstream OCR/Face steps.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mAP Discrepancy: Drop to 81.87% at mAP@0.5:0.95 due to reduced input resolution (416x416) on small plates.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Multi-Modal Resilience: Threat Engine prevents false alarms by weighing multiple evidence streams.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CPU vs. GPU Realities: 5.01 FPS supports image uploads, but high-frame video requires GPU acceleration.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RESEARCH IMPACT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Contributions to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Technical Contribution: Fine-tuned compact YOLOv8 plate detector achieving &gt;99% mAP@0.5 on CPU.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System Contribution: Integrated end-to-end framework combining detection, OCR, face biometrics, and web UI.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Practical Contribution: Developed an explainable, rule-based threat engine replacing black-box AI decisions.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Security Impact: Empowers vehicle owners with real-time photographic evidence of unauthorized attempts.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HONEST LIMITATIONS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Academic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Dataset Scope: Plate detector evaluated on 100 isolated test images from a single dataset source.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Module Scope: Quantitative benchmark focused on plate detection; OCR and face verification were functionally validated.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Hardware Limits: Benchmarking conducted on CPU hardware at 416x416 resolution.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Environmental Constraints: Performance degrades under heavy plate occlusion or extreme low-light blur.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CLOSING SUMMARY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Conclusion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Conclusion: Proved technical feasibility of a multi-modal vehicle theft detection system with 99.50% mAP@0.5.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Recommendation 1: Deploy on CUDA GPU hardware for high-speed, 30+ FPS video surveillance.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Recommendation 2: Establish strict data governance and encryption for stored biometric face embeddings.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Recommendation 3: Expand testing across diverse regional weather, lighting, and license plate styles.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ACKNOWLEDGEMENT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Thank You / Defense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A Multi-Modal Deep Learning Framework for Vehicle Theft Detection Using Object Detection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Student: Alabi Joshua Ibukunoluwa | Supervisor: Dr. O. A. Jongbo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Department of Computer Science | Ekiti State University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Questions, Comments, and Panel Discussion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8942</Words>
  <Application>WPS Presentation</Application>
  <PresentationFormat>On-screen Show (4:3)</PresentationFormat>
  <Paragraphs>171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Alabi Joshua</cp:lastModifiedBy>
  <cp:revision>3</cp:revision>
  <dcterms:created xsi:type="dcterms:W3CDTF">2013-01-27T09:14:00Z</dcterms:created>
  <dcterms:modified xsi:type="dcterms:W3CDTF">2026-09-26T11:44:11Z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FDA91B42D09D4E38930B2BFABCD49DBF_12</vt:lpwstr>
  </property>
</Properties>
</file>